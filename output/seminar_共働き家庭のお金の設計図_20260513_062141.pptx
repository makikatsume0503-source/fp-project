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セミナーの開始です。自己紹介とともに、本日のテーマ『家庭をひとつの会社と考えてお金を設計する』というコンセプトをお伝えします。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全体の流れを示し、参加者が安心して話を聞ける状態を作ります。所要時間は約60分。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共働き家庭ならではのあるある課題を共有し、共感を生みます。『うちも同じ』と思っていただくのが狙いです。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おうちCFOの核となるコンセプト。家庭を会社のように捉えることで、感情的でなく戦略的にお金を扱えることを伝えます。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見える化が全ての出発点。完璧を目指さず、まずはざっくり把握することが大切と伝えます。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目安となる黄金比を提示。ただし家庭ごとに事情は異なるので、あくまで『参考値』として伝えます。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文部科学省の調査データをもとに具体的な金額を提示。漠然とした不安を『見える数字』に変えます。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1つの方法に頼らず、複数を組み合わせるのがポイント。リスクとリターンのバランスを意識します。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生命保険文化センターのデータを引用。不安を煽るのではなく、『準備すれば大丈夫』というメッセージを添えます。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新NISAの基本と具体的シミュレーション。夫婦で活用することで効果が2倍になることを強調します。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iDeCoはNISAと併用が基本。共働きなら夫婦それぞれで加入できることを伝えます。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投資だけでなく、日常の小さな工夫で家計は変わります。おうちCFOならではの実践的アドバイスを伝えます。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実際の相談事例（仮想）をもとに、行動すれば変わることを示します。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今日の学びを4つのポイントに集約。参加者の頭の中を整理します。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個別相談への誘導。押しつけがましくならないよう、『一緒に考えるパートナー』としての姿勢を伝えます。QRコードも提示。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共働き家庭のお金の設計図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C8A96E"/>
                </a:solidFill>
              </a:rPr>
              <a:t>教育費・老後資金・日常家計をトータルで整える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本日のアジェンダ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1. 共働き家庭が抱えるお金の悩み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2. 家計の見える化と『おうちCFO』の考え方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3. 教育費の準備〜いつ・いくら必要？〜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4. 老後資金の設計〜NISA・iDeCo活用〜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5. 日常家計とポイント活用術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6. まとめ・次の一歩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共働きなのに、なぜお金が貯まらない？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世帯年収は高いのに支出も多くなりがち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夫婦それぞれの口座で『見えないお金』が発生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教育費・住宅ローン・老後資金が同時進行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忙しくて家計を振り返る時間がない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家庭は『小さな会社』である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収入＝売上、支出＝コスト、貯蓄・投資＝利益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家計には『CFO（最高財務責任者）』が必要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夫婦で財務戦略を共有することが第一歩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ステップ1：家計を見える化する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固定費・変動費・特別費の3分類で整理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夫婦の口座・カードを一覧化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家計簿アプリで月1回の『家族会議』を設定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理想の家計バランスを知る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住居費：手取りの25%以内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食費：手取りの15%以内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貯蓄・投資：手取りの20%以上を目標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保険料：手取りの5〜7%が目安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教育費はいつ・いくら必要？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幼稚園〜高校（公立）：約540万円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幼稚園〜高校（私立）：約1,830万円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大学（国立）：約240万円／（私立文系）：約400万円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ピークは『大学入学時』。逆算して準備を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教育費の準備方法を組み合わせる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児童手当を全額貯蓄→約200万円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学資保険：確実性重視（返戻率に注意）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新NISA（つみたて投資枠）：長期で増やす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祖父母からの贈与制度も活用可能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老後に必要なお金は？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夫婦のゆとりある老後生活費：月約37.9万円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公的年金（夫婦）：平均月約22万円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毎月の不足額：約16万円 × 30年＝約5,760万円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『年金＋自分年金』の二階建て設計が必須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新NISA：家庭の資産形成エンジン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年間最大360万円・生涯1,800万円まで非課税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つみたて投資枠は長期・分散・積立に最適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夫婦で活用すれば最大3,600万円の非課税枠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月3万円×20年・年利5%＝約1,233万円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iDeCo：節税しながら老後資金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掛金が全額所得控除→年間数万円の節税効果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運用益も非課税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受取時も控除あり（退職所得控除など）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原則60歳まで引き出せない点に注意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日常家計を底上げするポイント活用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メインカードを1枚に集約→還元率1%以上を選ぶ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固定費（光熱費・通信費）もカード払いに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ポイントは『投資』に回せば資産形成にも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年間で5〜10万円相当の効果も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ケーススタディ：30代共働き夫婦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世帯年収800万円・子ども1人（5歳）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Before：貯蓄ペース月3万円・将来不安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After：固定費見直し＋新NISA活用で月8万円積立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20年後に約3,300万円の資産形成見込み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本日のまとめ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家庭は『小さな会社』。夫婦でCFO役を担おう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見える化→バランス調整→資産形成の順で進める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教育費・老後資金は『早く・コツコツ・組み合わせ』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日常のポイント活用も立派な資産形成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あなたの家庭の『お金の設計図』を描きませんか？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おうちCFO FP相談で、家庭専属のCFOをご提供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初回相談無料・オンライン対応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教育費・老後資金・NISA・iDeCo・家計まで丸ごと相談OK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https://fp-makikatsume.com/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
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明るく自己紹介。共働き・子育て世帯の家計と資産形成を専門にしていることを伝え、本日のゴールを共有する。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60分で全体像を掴んでもらう。最後にアクションプランを持ち帰れることを予告。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数字でインパクトを与えつつ、不安を煽らず『だから計画的に』と前向きに繋げる。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貯金を否定するのではなく、『役割分担』が必要というメッセージで伝える。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新NISAの最大の魅力は『柔軟性』。引き出し自由なのでライフイベントに合わせやすい。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節税メリットを具体的な金額で示す。引き出せないことを『老後資金を確実に守る仕組み』とポジティブに伝える。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『どちらが良いか』ではなく『どう組み合わせるか』が大切と強調。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共働きならではのアドバンテージを認識してもらう。夫婦で取り組むことの価値を伝える。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教育費は『分散して必要』だが、大学入学時にまとまった額が必要なことを強調。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学資保険との比較で具体性を持たせる。ただしリスクも併せて説明。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節税は『確実なリターン』であることを強調。投資が不安な方にも安心材料となる。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具体的な家庭像で『自分ごと化』を促す。手取りの15%程度を積立に回す現実的な配分。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夫婦で家計を共有して取り組むことの重要性。どちらか片方だけでは効果半減。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ライフステージで配分を見直すことが大切。固定ではなく可変であることを伝える。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失敗例を通じて『正しい選択』を印象付ける。不安や疑問を先回りで解消。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完璧を求めず、まず始めることの大切さを伝える。小さな一歩から。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本日のキーメッセージを再確認。1スライドで全体を振り返る。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セミナー内容を実行に移すためのサポートとして相談を案内。押しつけず『選択肢』として提示する。QRコードを画面に表示。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共働き家庭のNISA・iDeCo完全攻略セミナー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C8A96E"/>
                </a:solidFill>
              </a:rPr>
              <a:t>教育費と老後資金を同時に準備する方法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本日のアジェンダ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1. 共働き家庭が抱える『2大資金不安』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2. NISA・iDeCoの基本と最新制度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3. 教育費と老後資金を同時に準備する考え方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4. 夫婦での口座戦略・積立配分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5. 今日から始める3ステップ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共働き家庭が抱える『2大資金不安』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教育費：子ども1人あたり1,000万円〜2,500万円（進路により変動）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老後資金：夫婦で2,000万円〜3,000万円が目安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『両方を同時に』準備しなければならないのが共働き世帯の現実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なぜ『貯金だけ』では足りないのか？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普通預金金利：年0.001〜0.02%（100万円預けて年20円〜200円）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教育費インフレ：大学の学費は20年で約1.5倍に上昇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インフレ＋低金利時代は『増やす仕組み』が不可欠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NISAとは？〜2024年新制度のポイント〜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年間360万円まで投資可能（つみたて枠120万＋成長枠240万）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生涯非課税枠は1,800万円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いつでも引き出し可能 → 教育費にも使いやすい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非課税期間が無期限化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iDeCoとは？〜老後資金専用の最強制度〜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掛金が全額所得控除（年収500万円・月2万円なら年4.8万円の節税）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運用益も非課税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受取時にも控除あり（3段階の税優遇）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ただし60歳まで引き出せない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NISA vs iDeCo 一目でわかる比較表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目的：NISA＝自由 / iDeCo＝老後専用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節税：NISA＝運用益非課税 / iDeCo＝拠出時から3段階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引き出し：NISA＝いつでも / iDeCo＝60歳以降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向いている資金：NISA＝教育費・住宅 / iDeCo＝老後資金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共働き家庭の強み『2人分の非課税枠』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NISA：夫婦合計で生涯3,600万円の非課税枠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iDeCo：夫婦それぞれで節税メリット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シングルインカム世帯と比べて準備力が2倍に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教育費はいつ・いくら必要？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未就学〜小学校：年間30〜50万円（公立）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中学・高校：年間50〜100万円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大学：4年間で約500万円（私立文系）〜800万円（私立理系）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ピークは『大学入学時の一時金』約100〜200万円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教育費準備は『NISA』が最適な理由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必要なタイミングで引き出せる柔軟性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18年積立で複利効果を最大化（月3万円×18年で約970万円※年利5%想定）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学資保険より高い運用効率が期待できる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老後資金準備は『iDeCo』が最強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強制力で老後資金を確実に確保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節税分を再投資すれば効率UP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会社員：月2.3万円、自営業：月6.8万円まで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年収500万円・30年積立で節税効果は約144万円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ケーススタディ：Aさん家庭（35歳夫婦・子2人）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世帯年収800万円・手取り約620万円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NISA：夫月3万円＋妻月2万円＝計5万円（教育費＋将来資金）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iDeCo：夫月2.3万円＋妻月2.3万円＝計4.6万円（老後資金）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20年後の試算：NISA約2,050万円／iDeCo約1,890万円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夫婦での口座戦略3つの原則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① 夫婦両方で口座開設（非課税枠を最大活用）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② 収入比率で積立額を配分（無理のない範囲で）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③ 役割分担：NISA＝近い未来／iDeCo＝遠い未来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賢い積立配分の黄金比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手取りの10〜20%を投資に回すのが目安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教育費（NISA）：老後資金（iDeCo）= 6：4 が基本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子どもの年齢が低いほど『老後寄り』、高いほど『教育費寄り』に調整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ありがちな失敗パターンと対策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✗ 教育費を全額iDeCoに → 引き出せず困る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✗ 投資が怖くて全額預金 → インフレに負ける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✗ 夫だけ口座開設 → 非課税枠を半分しか使えない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✓ 役割分担＆夫婦で取り組むのが正解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今日から始める3ステップ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STEP1：家計の見える化（手取り・固定費・余裕額）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STEP2：夫婦でNISA・iDeCo口座を開設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STEP3：少額（月1万円〜）からスタート、3ヶ月後に見直し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本日のまとめ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NISA＝柔軟性（教育費に強い）／iDeCo＝節税力（老後資金に強い）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共働きの強み『2人分の非課税枠』をフル活用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夫婦で役割分担し、無理のない金額から始める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迷ったら専門家に相談を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B4A"/>
                </a:solidFill>
              </a:rPr>
              <a:t>個別相談で『あなたの家庭専用プラン』を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4572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初回無料相談受付中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おうちCFO FP相談：https://fp-makikatsume.com/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家計の見える化〜NISA・iDeCo設計までトータルサポート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3333"/>
                </a:solidFill>
              </a:rPr>
              <a:t>• 『うちの場合どうすれば？』を一緒に解決します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
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本日は60分でおうちCFOのマーケティング戦略全体像をお伝えします。聴講者の自己紹介・期待値ヒアリングから始めましょう。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7つのセクションで構成。前半は戦略、後半は実行に重点を置きます。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市場の追い風を数字で示し、なぜ今おうちCFOが選ばれるべきかの土台を作ります。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一般的なFPと何が違うのかを4つの軸で明確化。特に『おうちCFO』というネーミングが差別化の核です。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コンセプトをストーリーで語ります。聴講者が『自分の家庭にもCFOが必要だ』と感じる瞬間を作ります。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ペルソナは『鈴木さんご夫婦』など名前を付けて具体化すると訴求が刺さりやすくなります。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数字で不安を可視化することで、相談の必要性を実感してもらいます。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チャネルごとの役割を明確化。すべて連動させてファネルを構築します。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情報提供だけでなく、共感を生むコンテンツが信頼構築の鍵です。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各SNSの特性に合わせた発信を。コンテンツの使い回しで効率化します。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各段階のCVR目標を持ち、ボトルネックを特定して改善し続けます。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おうちCFOのトーン『押しつけない／寄り添う』を体験全体で表現します。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数字で振り返ることが、まさに『おうちCFO』らしい姿勢。マーケティング自体もCFO的に運営します。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戦略は『差別化×ターゲット理解×継続改善』の3点。明日から1つずつ実行しましょう。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QRコードで予約フォーム・LINE登録に直接誘導。次の一歩のハードルを下げます。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おうちCFO FP相談サービスの総合マーケティング戦略強化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C8A96E"/>
                </a:solidFill>
              </a:rPr>
              <a:t>共働き・子育て世帯に選ばれるFPブランドの作り方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本日のアジェンダ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1. 市場環境とFP業界の現状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2. おうちCFOのブランドコンセプト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3. ターゲット顧客の解像度を上げる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4. 集客チャネル戦略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5. コンテンツ・SNS戦略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6. 成約までのファネル設計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7. KPI設計と次の一手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FP相談市場の現状と機会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家計相談ニーズは新NISA開始でさらに拡大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共働き世帯は全体の約7割（厚労省調査）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金融教育の必要性は高まる一方、相談先は不足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オンライン相談需要は3年で約2倍に成長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競合との差別化ポイント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①『おうちCFO』という独自コンセプト＝家庭を一つの経営体に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②資産形成だけでなく日常家計まで含むトータルサポート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③クレジットカード・ポイント活用まで踏み込む実践的アドバイス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④共働き・子育て世帯への特化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おうちCFOというブランドコンセプト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家庭は最小単位の『経営組織』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勝目麻希が家庭のCFO（最高財務責任者）として伴走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教育費・老後資金・家計を一気通貫で設計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数字に強い夫婦＝幸せな家族の土台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ターゲットペルソナの解像度を上げる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30〜40代共働き夫婦・子ども1〜2人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世帯年収700〜1,200万円層が中心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悩み: 教育費／住宅ローン／老後／NISA活用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時間がなく、信頼できる相談相手を探している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顧客が抱える3大お金の不安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①教育費: 大学卒業まで一人約1,000万円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②老後資金: 夫婦で2,000〜3,000万円不足試算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③日常家計: 何にいくら使っているか不明確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集客チャネル全体像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オウンドメディア: fp-makikatsume.com（SEO記事）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SNS: Instagram・X・YouTube（共働き家計ノウハウ）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セミナー・ウェビナー（リード獲得）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紹介・パートナー連携（信頼の連鎖）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コンテンツ戦略の3本柱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①教育コンテンツ: NISA・iDeCo・教育費のやさしい解説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②実践コンテンツ: ポイ活・クレカ活用・節約術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③共感コンテンツ: 子育て家計のリアル・成功事例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SNS別の発信方針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Instagram: 図解投稿＋ストーリーズで日常導線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X: タイムリーな金融ニュース＋家計Tips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YouTube: 15分程度の深掘り解説で信頼構築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投稿頻度の目安: 週3〜5本×3チャネル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リード獲得から成約までのファネル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認知: SNS・ブログ記事で接点を作る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興味: 無料セミナー・LINE登録で関係性構築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検討: 個別相談予約（初回無料or割引）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成約: 継続相談プランへ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信頼を生むサービス体験設計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初回相談前: 事前ヒアリングシートで安心感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相談中: 押しつけずに選択肢を整理する姿勢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相談後: フォローアップメール＋家計レポート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口コミ・紹介を生む仕組みづくり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KPI設計とPDCAの回し方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認知: SNSフォロワー・サイトPV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獲得: メルマガ/LINE登録数・セミナー参加者数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成約: 個別相談予約数・成約率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月次レビュー→改善サイクルを定着化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本日のまとめ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市場は追い風、共働き世帯の悩みは深い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『おうちCFO』コンセプトで唯一無二のポジショニング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チャネル×コンテンツ×ファネルを連動させる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数字で振り返り、改善し続ける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次のステップ：あなたの家庭にもCFOを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個別FP相談（初回オンライン無料）受付中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公式サイト: https://fp-makikatsume.com/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メルマガ・LINE登録で家計ノウハウを定期配信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ご質問・ご相談はお気軽にどうぞ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
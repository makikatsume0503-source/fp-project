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自己紹介を兼ねて、共働き・子育て世帯を専門にサポートしているFPであることを伝える。和やかな雰囲気でスタート。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60分の流れを共有し、最後に行動につながる内容であることを予告する。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企業のCFOになぞらえて、家庭にも財務戦略が必要であることを説明。共働きだからこそ夫婦の連携が重要。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参加者の共感を引き出す。よくある悩みを提示し、自分ごと化してもらう。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収入が多くても貯まらない世帯が多い実情を伝える。世帯年収1000万円でも貯蓄ゼロの例も紹介。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家計設計図は『今・未来・増やす』の3層構造。バランスが大切。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まずは現状把握から。家計簿アプリの活用もおすすめ。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教育費は『いつ・いくら必要か』を把握することが重要。漠然とした不安を数字で解消する。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老後2000万円問題よりさらに大きな金額が必要なケースも。早めの準備で月々の負担を軽減。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新NISAの基本と、夫婦で活用するメリットを解説。長期積立で複利効果を狙う。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iDeCoは『節税しながら老後資金を作る』最強の制度。NISAとの使い分けも解説。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日常の支出からムリなく『見えない収入』を生み出す。共働き家庭でも続けやすい方法を紹介。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具体的な事例で『自分にもできそう』と感じてもらう。数字でリアリティを持たせる。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今日の学びを3つに整理。明日から実践できることを意識づける。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個別相談への誘導。押しつけがましくならないよう、選択肢として提示する。QRコードも案内。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01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おうちCFO入門セミナー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C8A96E"/>
                </a:solidFill>
              </a:rPr>
              <a:t>〜共働き家庭の家計設計図の作り方〜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2B4A"/>
                </a:solidFill>
              </a:rPr>
              <a:t>本日のアジェンダ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1274552" cy="45720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08792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1. なぜ今「おうちCFO」が必要なのか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2. 共働き家庭が陥りやすい家計の落とし穴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3. 家計設計図の3つの柱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4. 教育費・老後資金の見える化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5. NISA・iDeCo・ポイント活用の実践術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6. まとめ＆次の一歩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2B4A"/>
                </a:solidFill>
              </a:rPr>
              <a:t>「おうちCFO」とは？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1274552" cy="45720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08792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家庭をひとつの会社として経営する考え方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CFO = 最高財務責任者（Chief Financial Officer）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家計の戦略・投資・リスク管理を担う役割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夫婦で『経営チーム』として協力するのがカギ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2B4A"/>
                </a:solidFill>
              </a:rPr>
              <a:t>共働き家庭のリアルなお金の悩み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1274552" cy="45720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08792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「お互いの収支がよくわからない」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「教育費と老後資金、どっちを優先？」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「投資を始めたいが時間がない」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「ポイントやカードを使いこなせていない」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2B4A"/>
                </a:solidFill>
              </a:rPr>
              <a:t>共働き家庭が陥りやすい3つの落とし穴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1274552" cy="45720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08792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①『二人で稼いでいるから大丈夫』という油断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②家計が見えない『ブラックボックス化』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③教育費に偏り、老後資金が後回し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2B4A"/>
                </a:solidFill>
              </a:rPr>
              <a:t>家計設計図の3つの柱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1274552" cy="45720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08792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柱① 日常家計（固定費・変動費の最適化）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柱② 将来資金（教育費・老後資金）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柱③ 資産形成（NISA・iDeCo・投資）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2B4A"/>
                </a:solidFill>
              </a:rPr>
              <a:t>ステップ1：家計の見える化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1274552" cy="45720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08792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夫婦の収入・支出を一覧化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固定費（住居・保険・通信）を月単位で把握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理想の支出割合：固定費50%・変動費30%・貯蓄20%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2B4A"/>
                </a:solidFill>
              </a:rPr>
              <a:t>ステップ2：教育費を見える化する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1274552" cy="45720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08792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幼稚園〜大学まで、すべて公立で約800万円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すべて私立（理系）の場合は約2,500万円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ピークは大学入学時。逆算して準備を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2B4A"/>
                </a:solidFill>
              </a:rPr>
              <a:t>ステップ3：老後資金を試算する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1274552" cy="45720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08792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夫婦2人のゆとりある老後生活費：月約37万円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年金受給額の平均：夫婦で月約22万円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差額×30年＝約5,400万円が目安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2B4A"/>
                </a:solidFill>
              </a:rPr>
              <a:t>ステップ4：NISAを活用する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1274552" cy="45720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08792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2024年からの新NISA：年間最大360万円の投資が非課税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つみたて投資枠：月10万円までコツコツ投資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夫婦で活用すれば年間720万円まで非課税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2B4A"/>
                </a:solidFill>
              </a:rPr>
              <a:t>ステップ5：iDeCoで老後資金を準備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1274552" cy="45720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08792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掛金が全額所得控除＝節税効果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会社員：月23,000円まで拠出可能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年収500万円なら年間約5.5万円の節税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2B4A"/>
                </a:solidFill>
              </a:rPr>
              <a:t>ステップ6：クレカ・ポイント活用術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1274552" cy="45720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08792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固定費をクレカ払いに集約＝年間数万円のポイント還元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家族カードで家計を一元管理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ポイント経済圏を選んで集中活用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2B4A"/>
                </a:solidFill>
              </a:rPr>
              <a:t>事例：30代共働き夫婦Aさんの場合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1274552" cy="45720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08792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世帯年収900万円・子ども2人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家計見直しで月3万円の余剰を創出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NISA＋iDeCoで20年後に約1,500万円を形成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2B4A"/>
                </a:solidFill>
              </a:rPr>
              <a:t>本日のまとめ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1274552" cy="45720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08792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家庭を経営する『おうちCFO』の視点を持つ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見える化→将来設計→資産形成の3ステップ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夫婦で家計設計図を共有することが成功のカギ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2B4A"/>
                </a:solidFill>
              </a:rPr>
              <a:t>次の一歩を踏み出しませんか？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1274552" cy="45720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08792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おうちCFO FP相談で、あなたの家計設計図を一緒に作りましょう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初回相談受付中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URL: https://fp-makikatsume.com/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
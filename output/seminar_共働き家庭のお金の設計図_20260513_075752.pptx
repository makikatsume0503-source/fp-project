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セミナーの開始挨拶。『おうちCFO』というコンセプト＝家庭を一つの会社のように捉え、夫婦で経営する視点を持つことを紹介。参加者に共感をもって入っていただく。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全体の流れを示し、参加者に『最後にどうなるか』をイメージしてもらう。1時間で網羅的に学べる構成であることを伝える。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実際の相談事例として『世帯年収1,000万円でも貯蓄ゼロ』のケースを紹介。共働き家庭ならではの問題提起で参加者の興味を引く。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黄金比はあくまで目安。共働きは『先取り貯蓄』の仕組み化が重要であることを強調。家計簿アプリの活用も触れる。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『おうちCFO』の考え方として、家庭も会社のように定期的なミーティングが必要だと伝える。最初は15分でOKと心理的ハードルを下げる。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文部科学省データを引用。『一気に貯める』のではなく『18年かけて月1.5〜2万円積み立て』で十分準備できることを伝え、安心感を持ってもらう。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教育費は使う時期が決まっているため、リスク管理も大切。大学入学が近づいたら現金化を進める『出口戦略』も合わせて説明。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数字に驚かれることが多いが、『今30代なら30年ある』ことを強調。共働きなら夫婦両方でiDeCo活用できるメリットを伝える。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目的別に使い分けることが重要。iDeCoは60歳まで引き出せないため、流動性のあるNISAと併用する考え方を整理する。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節約というと我慢のイメージだが、仕組みを整えるだけで自動的にお金が貯まる視点を提供。おうちCFOならではの実践的アドバイス。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学んで終わりではなく『行動』に移すことの重要性を強調。完璧でなくていい、まず1つでも始めようとメッセージを送る。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セミナー特典として初回相談の優待を案内。押しつけず『一緒に考えるパートナー』としての姿勢を伝える。QRコードからすぐアクセスできるようにする。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5303520"/>
            <a:ext cx="2587752" cy="155448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0" y="5943600"/>
            <a:ext cx="1216152" cy="9144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A96E"/>
                </a:solidFill>
              </a:rPr>
              <a:t>共働き・子育て世帯（30〜40代）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</a:rPr>
              <a:t>共働き家庭のお金の設計図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069080"/>
            <a:ext cx="3200400" cy="54864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A96E"/>
                </a:solidFill>
              </a:rPr>
              <a:t>夫婦で考える、家計・教育費・老後資金のトータル戦略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ファイナンシャルプランナー　勝目麻希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12801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6E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本日のアジェンダ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81912"/>
            <a:ext cx="475488" cy="47548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591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</a:rPr>
              <a:t>1. 共働き家庭が陥りやすい『お金の落とし穴』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475488" cy="475488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95728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4323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2. 家計の見える化〜収入・支出・貯蓄の黄金比〜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64408"/>
            <a:ext cx="475488" cy="47548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36976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273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3. 教育費の準備プラン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581912"/>
            <a:ext cx="475488" cy="47548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1591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</a:rPr>
              <a:t>4. 老後資金とNISA・iDeCo活用術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23160"/>
            <a:ext cx="475488" cy="47548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95728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43230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5. クレカ・ポイントで増やす日常マネー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264408"/>
            <a:ext cx="475488" cy="475488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236976"/>
            <a:ext cx="47548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3273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B4A"/>
                </a:solidFill>
              </a:rPr>
              <a:t>6. 今日からできるアクション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2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共働き家庭が陥りやすい『3つの落とし穴』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① 収入が多いゆえの『気づかぬ浪費』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② 夫婦で家計を共有していない『ブラックボックス化』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③ 教育費と老後資金の『同時進行リスク』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3 /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家計の黄金比『50：30：20の法則』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生活費（固定費＋食費）：50％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ゆとり費（趣味・娯楽・外食）：30％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貯蓄・投資：20％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例：手取り月60万円なら→貯蓄12万円が目安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4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夫婦で『見える化』する3つのステップ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STEP1：月1回の『家庭MTG』を設定する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STEP2：共有家計簿アプリで支出を可視化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STEP3：年1回『資産棚卸し』で全体把握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5 /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教育費の現実『子ども1人にいくら必要？』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幼稚園〜高校（すべて公立）：約574万円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幼稚園〜高校（すべて私立）：約1,838万円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大学（私立文系・自宅通学）：約400万円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目標：高校卒業までに『大学資金400万円』を確保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6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教育費は『新NISA』で効率的に準備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ジュニアNISA廃止後は『親名義の新NISA』が主流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月2万円×18年・年利5％運用 → 約700万円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同じ金額を銀行預金 → 約432万円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差額約270万円が『運用の力』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7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老後資金『夫婦で2,000万円問題』を考える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夫婦の年金月額：約22万円（平均）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ゆとりある老後生活費：月36万円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毎月の不足額：約14万円 → 30年で5,040万円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解決策：iDeCo＋新NISAで早期から準備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8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共働き家庭のNISA・iDeCo活用戦略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新NISA：夫婦2人で年間720万円まで投資可能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iDeCo：節税効果＋老後資金準備（共働きなら2人分）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おすすめ配分：NISA＝教育費・住宅、iDeCo＝老後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節税効果例：年収500万円×2人で年間約14万円戻る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9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96E"/>
                </a:solidFill>
              </a:rPr>
              <a:t>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日常の『見えない節約』クレカ・ポイント活用術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37160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5361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固定費（光熱費・通信費）はすべてクレカ払いに集約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0720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60604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還元率1％なら年間支出500万円で→5万円相当のポイント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548640" cy="100584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4164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84048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ポイント投資で『使わずに増やす』選択肢も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74920"/>
            <a:ext cx="548640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76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074920"/>
            <a:ext cx="107899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3951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2B4A"/>
                </a:solidFill>
              </a:rPr>
              <a:t>家族カードで家計を一元管理＆見える化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10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128016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6E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まとめ：今日から始める3つのアクション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715000" cy="192024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① 今週中に夫婦で『お金の話タイム』を15分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715000" cy="192024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② 家計を50：30：20で見直し、先取り貯蓄を設定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11880"/>
            <a:ext cx="5715000" cy="192024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③ NISA・iDeCoの口座を開設・運用開始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5715000" cy="1920240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11480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→ 小さな一歩が10年後の大きな差に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11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188952" cy="128016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6E"/>
                </a:solidFill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あなたの家庭専属CFOになります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715000" cy="192024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おうちCFO FP相談：個別相談受付中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715000" cy="1920240"/>
          </a:xfrm>
          <a:prstGeom prst="rect">
            <a:avLst/>
          </a:prstGeom>
          <a:solidFill>
            <a:srgbClr val="1E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08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教育費・老後資金・NISA・iDeCo・家計の悩みをトータルサポート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11880"/>
            <a:ext cx="5715000" cy="1920240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初回相談はオンラインでお気軽に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11880"/>
            <a:ext cx="5715000" cy="1920240"/>
          </a:xfrm>
          <a:prstGeom prst="rect">
            <a:avLst/>
          </a:prstGeom>
          <a:solidFill>
            <a:srgbClr val="1A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11880"/>
            <a:ext cx="411480" cy="411480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B4A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114800"/>
            <a:ext cx="5532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</a:rPr>
              <a:t>URL：https://fp-makikatsume.com/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6576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0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8888"/>
                </a:solidFill>
              </a:rPr>
              <a:t>12 /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おうちCFO FP相談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